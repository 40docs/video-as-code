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72"/>
    <p:restoredTop sz="95588"/>
  </p:normalViewPr>
  <p:slideViewPr>
    <p:cSldViewPr snapToGrid="0">
      <p:cViewPr varScale="1">
        <p:scale>
          <a:sx n="57" d="100"/>
          <a:sy n="57" d="100"/>
        </p:scale>
        <p:origin x="18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9B23B-2F8F-994F-B780-19C146099C3A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C1A13-FC8A-F345-AFAD-11F138CAF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C1A13-FC8A-F345-AFAD-11F138CAF7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0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dirty="0" err="1"/>
              <a:t>alex</a:t>
            </a:r>
            <a:r>
              <a:rPr lang="en-US" dirty="0"/>
              <a:t>… he’s like Tim, but he’s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C1A13-FC8A-F345-AFAD-11F138CAF7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Together, they journey into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C1A13-FC8A-F345-AFAD-11F138CAF7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384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E5FD-868F-477E-0441-866EDC1D5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6180F-F59D-53E4-7F08-E47327CB8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8BB95-C51B-C7F0-1730-44A9535BF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DFC14-C56B-4D41-91EC-44DA6F1AB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35F2F-BD34-7B55-AA3C-D28BAB85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8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944D-D0EF-C9C0-769A-78EA3E82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9C891-7BA6-3498-42CF-A43A26DCA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45C35-5F32-162B-E3BC-0F2672DA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82FD-5CED-DF35-2CC3-DA051404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EF22A-8B25-841F-D7E6-B1BAE628E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4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1185-9162-478C-1DB1-80F2DD1C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13542-FF3A-91E4-D2F9-938ADAD9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1096-4EF7-C87E-7CC3-640BEF40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BBE73-1489-600B-6E41-A50FD27D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29998-5A4D-2CD1-8642-2CBBEED9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1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07E98-5129-6074-36E2-9D90D7BC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76ABA-A01D-3F87-B8B8-D1C4A6E84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15289-39EE-AC5F-DE77-A9BEA51C5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96AF7-456B-0D76-EACE-B895119C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45B6F-E281-1382-2DFA-37EDD4E9E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D78B1-9ECE-C3B6-28CF-10513A77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36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7AB9-A962-115D-6302-7D273EC0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0430F-5CEE-19C5-E511-7D77452D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66328-D1F4-07AA-CEB1-33EDF1C16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9C9C4-CC29-7FDB-E5C6-873D14585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3369C8-B089-B993-E3AB-81821B84D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ECA3A-6146-9602-969C-21758DA9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618C9-6871-246A-7912-7E17BFAA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46B5D-B9DE-C109-BB16-581F8A1D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18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71E1-5655-B041-2E04-403FA897B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82B04-EB6C-E9B2-52B7-79945C2D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C1B3A-6852-2FD4-BE5A-0C3D60022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29F9A-400B-3A60-473B-B2DD1A0E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67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D0767C-90BE-D4DF-D905-91367735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889F-AA17-6644-BAFD-B8421D3D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6FE83-51B4-CCB1-C748-30EAE508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5260-AD56-BCD5-88E4-4FA77EFD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C2AA-B3A7-FF14-A215-54AE322F1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E5AC2-9928-67EC-67CF-47B8884F4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05347-BFD6-B6A5-1C3D-D85B3D5A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1D42F-8ED5-5D81-70D6-862CA409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83924-028C-3F12-8F1E-0F680EB0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6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804D-B57F-5C41-7C4B-67CB78B61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52A581-D104-E229-888D-9F2C1AA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D75BB-91F6-45B6-56BA-C8A74027F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362A1-EACE-FE20-D946-B5519566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D9780-AD99-0D49-9A9D-7EDDCA5A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019E-A94D-328E-597F-0182F250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0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F0F0-0EAD-6F26-2D5B-675A4474B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9E15F-B25B-6324-9220-CFA79A006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C4D08-4CE1-5249-E287-05ED28BC6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EECCC-18BA-04FB-0269-4B13E75C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64449-A836-18CE-7664-8062B15D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1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8C969-AFA8-AE68-51F4-927265550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108E0-8199-77E1-46E5-93195E5E1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C25EB-9859-FD04-E979-09183A78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3773-DBF9-FF46-3DC7-671D9D8F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8B3C6-07AD-298B-F409-4311E0626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4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447C3-4CBB-2C1B-2EA1-5C4EE4867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1EF5-0361-A4AA-6573-CD7B614A2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9ECC5-91E7-069E-C249-6F70EECB2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60F60-7B36-974C-8001-3DE6874B3210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9E31F-438B-71DD-5FA6-CC08C45B28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59BB3-5BEA-44CD-BB60-3FE80A5A2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7C8F5-4218-314F-881C-0CA396A4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3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AB6DE2-558E-C0DD-E16F-1384931EED8D}"/>
              </a:ext>
            </a:extLst>
          </p:cNvPr>
          <p:cNvSpPr/>
          <p:nvPr/>
        </p:nvSpPr>
        <p:spPr>
          <a:xfrm>
            <a:off x="2656114" y="1553029"/>
            <a:ext cx="1045029" cy="928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501381-0E3E-C578-3B23-C4D925E4E5AC}"/>
              </a:ext>
            </a:extLst>
          </p:cNvPr>
          <p:cNvCxnSpPr/>
          <p:nvPr/>
        </p:nvCxnSpPr>
        <p:spPr>
          <a:xfrm>
            <a:off x="3193142" y="2481943"/>
            <a:ext cx="0" cy="1378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597D93-A817-4291-06DE-A52ED57EE859}"/>
              </a:ext>
            </a:extLst>
          </p:cNvPr>
          <p:cNvCxnSpPr>
            <a:cxnSpLocks/>
          </p:cNvCxnSpPr>
          <p:nvPr/>
        </p:nvCxnSpPr>
        <p:spPr>
          <a:xfrm flipH="1" flipV="1">
            <a:off x="2510971" y="2786743"/>
            <a:ext cx="682171" cy="48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145DBF-2188-3551-9BFC-5860ACDF8DB2}"/>
              </a:ext>
            </a:extLst>
          </p:cNvPr>
          <p:cNvCxnSpPr>
            <a:cxnSpLocks/>
          </p:cNvCxnSpPr>
          <p:nvPr/>
        </p:nvCxnSpPr>
        <p:spPr>
          <a:xfrm flipV="1">
            <a:off x="3193142" y="2558143"/>
            <a:ext cx="595087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D6BE8A-398B-CAD2-0FEA-7F7461A848C3}"/>
              </a:ext>
            </a:extLst>
          </p:cNvPr>
          <p:cNvCxnSpPr>
            <a:cxnSpLocks/>
          </p:cNvCxnSpPr>
          <p:nvPr/>
        </p:nvCxnSpPr>
        <p:spPr>
          <a:xfrm flipH="1">
            <a:off x="2852056" y="3814763"/>
            <a:ext cx="326572" cy="9621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82895C-CDE4-9FA5-48AD-2D11F629178B}"/>
              </a:ext>
            </a:extLst>
          </p:cNvPr>
          <p:cNvCxnSpPr>
            <a:cxnSpLocks/>
          </p:cNvCxnSpPr>
          <p:nvPr/>
        </p:nvCxnSpPr>
        <p:spPr>
          <a:xfrm>
            <a:off x="3207655" y="3814763"/>
            <a:ext cx="283030" cy="9621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27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5035-050C-795E-DF90-6E6E68F8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28CF7B8-FBD3-CBCA-6699-8DC758419906}"/>
              </a:ext>
            </a:extLst>
          </p:cNvPr>
          <p:cNvSpPr/>
          <p:nvPr/>
        </p:nvSpPr>
        <p:spPr>
          <a:xfrm>
            <a:off x="7402286" y="2017486"/>
            <a:ext cx="1045029" cy="9289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FBEC6D-4E07-3BFF-DAC6-6BE326F69D93}"/>
              </a:ext>
            </a:extLst>
          </p:cNvPr>
          <p:cNvCxnSpPr/>
          <p:nvPr/>
        </p:nvCxnSpPr>
        <p:spPr>
          <a:xfrm>
            <a:off x="7939314" y="2946400"/>
            <a:ext cx="0" cy="13788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F1A364-4493-21B7-A8DE-ACCA6A9927C2}"/>
              </a:ext>
            </a:extLst>
          </p:cNvPr>
          <p:cNvCxnSpPr>
            <a:cxnSpLocks/>
          </p:cNvCxnSpPr>
          <p:nvPr/>
        </p:nvCxnSpPr>
        <p:spPr>
          <a:xfrm flipH="1" flipV="1">
            <a:off x="7257143" y="3251200"/>
            <a:ext cx="682171" cy="483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6D7123-B154-8BA2-FE7E-7F555035B69C}"/>
              </a:ext>
            </a:extLst>
          </p:cNvPr>
          <p:cNvCxnSpPr>
            <a:cxnSpLocks/>
          </p:cNvCxnSpPr>
          <p:nvPr/>
        </p:nvCxnSpPr>
        <p:spPr>
          <a:xfrm flipV="1">
            <a:off x="7939314" y="3022600"/>
            <a:ext cx="595087" cy="304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A3756C-6392-C61A-873D-63FC11C64E8B}"/>
              </a:ext>
            </a:extLst>
          </p:cNvPr>
          <p:cNvCxnSpPr>
            <a:cxnSpLocks/>
          </p:cNvCxnSpPr>
          <p:nvPr/>
        </p:nvCxnSpPr>
        <p:spPr>
          <a:xfrm flipH="1">
            <a:off x="7598228" y="4279220"/>
            <a:ext cx="326572" cy="962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2464D6-37C5-83B3-99F4-CFAFAFD6FA75}"/>
              </a:ext>
            </a:extLst>
          </p:cNvPr>
          <p:cNvCxnSpPr>
            <a:cxnSpLocks/>
          </p:cNvCxnSpPr>
          <p:nvPr/>
        </p:nvCxnSpPr>
        <p:spPr>
          <a:xfrm>
            <a:off x="7953827" y="4279220"/>
            <a:ext cx="283030" cy="962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36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5A56-8DD5-F165-100C-FE6AEC98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A7BF4C6-4CB6-36EB-E1CE-B421AA2E0AE5}"/>
              </a:ext>
            </a:extLst>
          </p:cNvPr>
          <p:cNvSpPr/>
          <p:nvPr/>
        </p:nvSpPr>
        <p:spPr>
          <a:xfrm>
            <a:off x="7402286" y="2017486"/>
            <a:ext cx="1045029" cy="92891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48D600-7FAA-BDE3-75C7-F2716F1D550C}"/>
              </a:ext>
            </a:extLst>
          </p:cNvPr>
          <p:cNvCxnSpPr/>
          <p:nvPr/>
        </p:nvCxnSpPr>
        <p:spPr>
          <a:xfrm>
            <a:off x="7939314" y="2946400"/>
            <a:ext cx="0" cy="13788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F4AE88-6A60-16AB-A8AB-E4E72B18BEC6}"/>
              </a:ext>
            </a:extLst>
          </p:cNvPr>
          <p:cNvCxnSpPr>
            <a:cxnSpLocks/>
          </p:cNvCxnSpPr>
          <p:nvPr/>
        </p:nvCxnSpPr>
        <p:spPr>
          <a:xfrm flipH="1" flipV="1">
            <a:off x="7257143" y="3251200"/>
            <a:ext cx="682171" cy="483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75BE29-7197-3A2A-8802-F53F6D3BD19F}"/>
              </a:ext>
            </a:extLst>
          </p:cNvPr>
          <p:cNvCxnSpPr>
            <a:cxnSpLocks/>
          </p:cNvCxnSpPr>
          <p:nvPr/>
        </p:nvCxnSpPr>
        <p:spPr>
          <a:xfrm flipV="1">
            <a:off x="7939314" y="3022600"/>
            <a:ext cx="595087" cy="3048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1F4D78-7F49-8286-43B0-0F8BD7911DD3}"/>
              </a:ext>
            </a:extLst>
          </p:cNvPr>
          <p:cNvCxnSpPr>
            <a:cxnSpLocks/>
          </p:cNvCxnSpPr>
          <p:nvPr/>
        </p:nvCxnSpPr>
        <p:spPr>
          <a:xfrm flipH="1">
            <a:off x="7598228" y="4279220"/>
            <a:ext cx="326572" cy="962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0D9136-7DC0-D97B-CBAF-825267685F54}"/>
              </a:ext>
            </a:extLst>
          </p:cNvPr>
          <p:cNvCxnSpPr>
            <a:cxnSpLocks/>
          </p:cNvCxnSpPr>
          <p:nvPr/>
        </p:nvCxnSpPr>
        <p:spPr>
          <a:xfrm>
            <a:off x="7953827" y="4279220"/>
            <a:ext cx="283030" cy="962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DEB3C8E-882C-2816-8FAF-392ECD9AC0F1}"/>
              </a:ext>
            </a:extLst>
          </p:cNvPr>
          <p:cNvSpPr/>
          <p:nvPr/>
        </p:nvSpPr>
        <p:spPr>
          <a:xfrm>
            <a:off x="2656114" y="1553029"/>
            <a:ext cx="1045029" cy="9289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699ADE-D24D-7052-B5D6-EB6D77C3EFA6}"/>
              </a:ext>
            </a:extLst>
          </p:cNvPr>
          <p:cNvCxnSpPr/>
          <p:nvPr/>
        </p:nvCxnSpPr>
        <p:spPr>
          <a:xfrm>
            <a:off x="3193142" y="2481943"/>
            <a:ext cx="0" cy="13788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B0A3B6-F550-9C8A-F7DF-D53A225EC3D1}"/>
              </a:ext>
            </a:extLst>
          </p:cNvPr>
          <p:cNvCxnSpPr>
            <a:cxnSpLocks/>
          </p:cNvCxnSpPr>
          <p:nvPr/>
        </p:nvCxnSpPr>
        <p:spPr>
          <a:xfrm flipH="1" flipV="1">
            <a:off x="2510971" y="2786743"/>
            <a:ext cx="682171" cy="483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A23EF6-D6EA-86CB-00D9-B718B408B9FA}"/>
              </a:ext>
            </a:extLst>
          </p:cNvPr>
          <p:cNvCxnSpPr>
            <a:cxnSpLocks/>
          </p:cNvCxnSpPr>
          <p:nvPr/>
        </p:nvCxnSpPr>
        <p:spPr>
          <a:xfrm flipV="1">
            <a:off x="3193142" y="2558143"/>
            <a:ext cx="595087" cy="304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9F2231-1CC4-7811-19D3-55FB8D4AF3F9}"/>
              </a:ext>
            </a:extLst>
          </p:cNvPr>
          <p:cNvCxnSpPr>
            <a:cxnSpLocks/>
          </p:cNvCxnSpPr>
          <p:nvPr/>
        </p:nvCxnSpPr>
        <p:spPr>
          <a:xfrm flipH="1">
            <a:off x="2852056" y="3814763"/>
            <a:ext cx="326572" cy="9621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5EB41-2C57-63F7-7EFB-9BE42A29A669}"/>
              </a:ext>
            </a:extLst>
          </p:cNvPr>
          <p:cNvCxnSpPr>
            <a:cxnSpLocks/>
          </p:cNvCxnSpPr>
          <p:nvPr/>
        </p:nvCxnSpPr>
        <p:spPr>
          <a:xfrm>
            <a:off x="3207655" y="3814763"/>
            <a:ext cx="283030" cy="9621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29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</Words>
  <Application>Microsoft Macintosh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Jammes</dc:creator>
  <cp:lastModifiedBy>Alex Jammes</cp:lastModifiedBy>
  <cp:revision>1</cp:revision>
  <dcterms:created xsi:type="dcterms:W3CDTF">2026-01-19T18:44:45Z</dcterms:created>
  <dcterms:modified xsi:type="dcterms:W3CDTF">2026-01-19T18:48:33Z</dcterms:modified>
</cp:coreProperties>
</file>